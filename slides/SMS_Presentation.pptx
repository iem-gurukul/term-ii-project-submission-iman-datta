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371600"/>
            <a:ext cx="3200400" cy="32004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840480"/>
            <a:ext cx="2560320" cy="25603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37960" y="731520"/>
            <a:ext cx="2194560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822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37960" y="1874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960120"/>
            <a:ext cx="29260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60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PROJECT REPORT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35331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0040" y="2788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OOP-Based Application with SQLite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255264"/>
            <a:ext cx="5029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3401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(JDK 17+)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37398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7398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JDBC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4078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40782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416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4416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· Teacher · Student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41148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32588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130759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Introduction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digitise school management?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4114800" cy="7315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0312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19456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17627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aims to achieve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41148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06324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" y="304495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design &amp; module breakdown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4114800" cy="7315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4048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93192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391363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· Teacher · Student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1234440"/>
            <a:ext cx="41148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23444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132588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13248" y="130759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CRUD, DB, role-based access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2103120"/>
            <a:ext cx="4114800" cy="7315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210312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219456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13248" y="217627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&amp; table structure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2971800"/>
            <a:ext cx="4114800" cy="7315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97180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4608" y="306324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13248" y="304495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Limits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known constraints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54880" y="3840480"/>
            <a:ext cx="4114800" cy="73152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840480"/>
            <a:ext cx="64008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64608" y="3931920"/>
            <a:ext cx="457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13248" y="3913632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
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GUI, web, analytics, security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Introduction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We're Solving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26060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26060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719072"/>
            <a:ext cx="260604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systems introduce data inconsistencies and misplaced records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234440"/>
            <a:ext cx="26060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34440"/>
            <a:ext cx="26060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298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1719072"/>
            <a:ext cx="260604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physical access can view or alter sensitive student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234440"/>
            <a:ext cx="26060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34440"/>
            <a:ext cx="260604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984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Scalability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719072"/>
            <a:ext cx="2606040" cy="8046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systems collapse as student count grows beyond a few hundred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841248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44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2918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Management System is a Java OOP-based desktop application that replaces manual processes with a structured, role-aware digital platform — backed by an embedded SQLite database for reliable, server-free persistent storage.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344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6916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functional school management application in Java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5328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OOP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88036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four OOP pillars — encapsulation, abstraction, inheritance, polymorphism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1188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721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40690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three distinct user roles with permission-specific access control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123444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23444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15087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94960" y="1344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94960" y="169164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 embedded SQLite database via JDBC for persistent storage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242316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42316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69748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25328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Support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94960" y="288036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Create, Read, Update, Delete across all data entities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361188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61188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92040" y="38862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94960" y="3721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94960" y="406908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clean, extensible codebase ready for future enhancements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Architecture &amp; Module Design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Pillars Applied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4023360" cy="6949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36192"/>
            <a:ext cx="64008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71907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591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88366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fields; getters/setters; DBManager hides SQL internals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40864"/>
            <a:ext cx="4023360" cy="6949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40864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23744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3957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88336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User class defines login() contract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4023360" cy="6949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45536"/>
            <a:ext cx="64008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328416"/>
            <a:ext cx="329184" cy="32918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00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93008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Principal, Teacher, Student extend User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4023360" cy="69494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50208"/>
            <a:ext cx="64008" cy="6949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133088"/>
            <a:ext cx="329184" cy="32918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005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" y="42976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login() &amp; getPermissions() overridden per role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1170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Breakdown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1536192"/>
            <a:ext cx="41148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536192"/>
            <a:ext cx="5486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15727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91456" y="175564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point; routes to dashboards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016252"/>
            <a:ext cx="4114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2016252"/>
            <a:ext cx="5486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0528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User.java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91456" y="223570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496312"/>
            <a:ext cx="41148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496312"/>
            <a:ext cx="5486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2532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Principal.java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91456" y="271576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access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976372"/>
            <a:ext cx="4114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976372"/>
            <a:ext cx="5486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91456" y="30129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Teacher.java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91456" y="319582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Subject-level access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456432"/>
            <a:ext cx="41148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456432"/>
            <a:ext cx="5486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4930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Student.java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91456" y="367588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access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3936492"/>
            <a:ext cx="4114800" cy="420624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936492"/>
            <a:ext cx="5486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91456" y="39730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DBManager.java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91456" y="415594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singleton, query runner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4416552"/>
            <a:ext cx="41148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4416552"/>
            <a:ext cx="54864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91456" y="44531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SchoolDB.db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91456" y="4636008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file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07008"/>
            <a:ext cx="2606040" cy="3474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234440" y="1353312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3533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2304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68680" y="2715768"/>
            <a:ext cx="1600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145536"/>
            <a:ext cx="2286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student &amp; teacher records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any data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configuration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reports &amp; statistics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207008"/>
            <a:ext cx="2606040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1353312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13533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200400" y="2304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03320" y="2715768"/>
            <a:ext cx="1600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Access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83280" y="3063240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145536"/>
            <a:ext cx="2286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subjects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subject-level student data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modify system-wide info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on other teachers'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1207008"/>
            <a:ext cx="2606040" cy="3474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353312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3533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35040" y="2304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37960" y="2715768"/>
            <a:ext cx="1600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7157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17920" y="3063240"/>
            <a:ext cx="224028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3145536"/>
            <a:ext cx="228600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profile &amp; academic data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subject list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permissions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other students' data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3444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1399032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61288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1691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role-based credential validation against SQLite database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1208" y="2587752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61288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Authorization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 and data visibility dynamically restricted per user role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1188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776472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61288" y="3703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Create, Read, Update, Delete on students, teachers, and subjects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123444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23444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0328" y="1399032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50408" y="13258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Integration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0408" y="1691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database via JDBC — no external server installation required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42316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42316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10328" y="2587752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50408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50408" y="2880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malformed or duplicate entries at the application layer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611880"/>
            <a:ext cx="406908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611880"/>
            <a:ext cx="64008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0328" y="3776472"/>
            <a:ext cx="548640" cy="548640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776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50408" y="3703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50408" y="4069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 tracks logged-in role; logout clears session state cleanly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2606040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325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1618488"/>
            <a:ext cx="1874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17+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260604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325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618488"/>
            <a:ext cx="1874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0040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Embedded, server-free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234440"/>
            <a:ext cx="2606040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13258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0" y="1618488"/>
            <a:ext cx="1874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035040" y="2194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DB Connectivity API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2606040" cy="1554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3355848"/>
            <a:ext cx="1874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6576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Java Extension Pack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606040" cy="1554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66160" y="3355848"/>
            <a:ext cx="1874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20040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pillars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2606040" cy="1554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035040" y="30632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Ctrl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3355848"/>
            <a:ext cx="187452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3429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035040" y="3931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management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SQLite Schema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SQLite?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0934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94944" y="1627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Zero-configuration setup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1226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12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4944" y="2130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server required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61518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4944" y="2633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 transactions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11810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" y="31363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portable .db file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62102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JDBC support in Java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123944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4944" y="4142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compatibility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60520" y="11704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Tables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60520" y="1536192"/>
            <a:ext cx="461772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1536192"/>
            <a:ext cx="54864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15910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1609344"/>
            <a:ext cx="1280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 mapping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79392" y="186537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user_id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49240" y="18653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username, password_hash, role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60520" y="2386584"/>
            <a:ext cx="4617720" cy="74980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520" y="2386584"/>
            <a:ext cx="54864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79392" y="2441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89320" y="2459736"/>
            <a:ext cx="1280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4597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79392" y="27157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student_id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49240" y="27157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age, gender, class_id, user_id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60520" y="3236976"/>
            <a:ext cx="4617720" cy="74980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60520" y="3236976"/>
            <a:ext cx="54864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9392" y="3291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teachers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89320" y="3310128"/>
            <a:ext cx="1280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89320" y="3310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profiles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279392" y="35661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teacher_id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349240" y="3566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subject_id, user_id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160520" y="4087368"/>
            <a:ext cx="4617720" cy="749808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60520" y="4087368"/>
            <a:ext cx="54864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79392" y="41422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subjects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89320" y="4160520"/>
            <a:ext cx="128016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41605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catalogue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279392" y="4416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PK: subject_id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49240" y="4416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subject_name, class_id, teacher_id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170432"/>
            <a:ext cx="4069080" cy="32918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72768"/>
            <a:ext cx="54864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45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 overhead — runs on any JVM machine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76272"/>
            <a:ext cx="406908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76272"/>
            <a:ext cx="54864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4942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OOP pillars explicitly implemented and verifiable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79776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79776"/>
            <a:ext cx="54864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85292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 enforced at application layer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406908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383280"/>
            <a:ext cx="54864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45643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portable JAR + .db file — deploy anywhere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986784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86784"/>
            <a:ext cx="54864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5993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allows easy feature additions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170432"/>
            <a:ext cx="406908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17043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572768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1572768"/>
            <a:ext cx="54864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45920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 limits usability for non-tech users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176272"/>
            <a:ext cx="406908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176272"/>
            <a:ext cx="54864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49424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not suited for concurrent multi-user network access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779776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779776"/>
            <a:ext cx="54864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85292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security model — needs bcrypt for production use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3383280"/>
            <a:ext cx="4069080" cy="530352"/>
          </a:xfrm>
          <a:prstGeom prst="rect">
            <a:avLst/>
          </a:prstGeom>
          <a:solidFill>
            <a:srgbClr val="FFF5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383280"/>
            <a:ext cx="54864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456432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scalability for very large institutions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986784"/>
            <a:ext cx="4069080" cy="53035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986784"/>
            <a:ext cx="54864" cy="5303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59936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 or analytics dashboards in current version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042416"/>
            <a:ext cx="109728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042416"/>
            <a:ext cx="7223760" cy="502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1920240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" y="189280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4767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— JavaFX / Swing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9514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graphical interface replacing the CLI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234440"/>
            <a:ext cx="192024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697480" y="189280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94767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29514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React for browser-based access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1234440"/>
            <a:ext cx="1920240" cy="1600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800600" y="189280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94767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Module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0" y="229514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tracking with automated absence notifications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75120" y="1234440"/>
            <a:ext cx="1920240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1344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903720" y="189280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94767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229514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Collection, invoicing, and payment status tracking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017520"/>
            <a:ext cx="1920240" cy="1600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65760" y="3127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594360" y="367588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&amp; Grades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scheduling, marks entry, automated grade computation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68880" y="3017520"/>
            <a:ext cx="1920240" cy="1600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68880" y="3127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2697480" y="367588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68880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passwords, MFA, session timeouts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017520"/>
            <a:ext cx="1920240" cy="16002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0" y="3127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🌩</a:t>
            </a:r>
            <a:endParaRPr lang="en-US" sz="2600" dirty="0"/>
          </a:p>
        </p:txBody>
      </p:sp>
      <p:sp>
        <p:nvSpPr>
          <p:cNvPr id="41" name="Shape 39"/>
          <p:cNvSpPr/>
          <p:nvPr/>
        </p:nvSpPr>
        <p:spPr>
          <a:xfrm>
            <a:off x="4800600" y="367588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Multi-User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0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MySQL/PostgreSQL for concurrent access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675120" y="3017520"/>
            <a:ext cx="1920240" cy="1600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75120" y="3127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600" dirty="0"/>
          </a:p>
        </p:txBody>
      </p:sp>
      <p:sp>
        <p:nvSpPr>
          <p:cNvPr id="46" name="Shape 44"/>
          <p:cNvSpPr/>
          <p:nvPr/>
        </p:nvSpPr>
        <p:spPr>
          <a:xfrm>
            <a:off x="6903720" y="3675888"/>
            <a:ext cx="1463040" cy="0"/>
          </a:xfrm>
          <a:prstGeom prst="line">
            <a:avLst/>
          </a:prstGeom>
          <a:noFill/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675120" y="4078224"/>
            <a:ext cx="1920240" cy="47548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progress charts and subject-wise dashboards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892040"/>
            <a:ext cx="9144000" cy="1645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OOP · SQLite · JDBC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931920"/>
            <a:ext cx="2560320" cy="25603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914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024128"/>
            <a:ext cx="6583680" cy="457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7955280" cy="621792"/>
          </a:xfrm>
          <a:prstGeom prst="rect">
            <a:avLst/>
          </a:prstGeom>
          <a:solidFill>
            <a:srgbClr val="0D2B4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88720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075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OOP  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All four pillars — encapsulation, abstraction, inheritance, polymorphism — explicitly implemented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01952"/>
            <a:ext cx="7955280" cy="621792"/>
          </a:xfrm>
          <a:prstGeom prst="rect">
            <a:avLst/>
          </a:prstGeom>
          <a:solidFill>
            <a:srgbClr val="0D2B4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01952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082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Security  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Three distinct user roles with strict, non-overlapping permission boundaries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15184"/>
            <a:ext cx="7955280" cy="621792"/>
          </a:xfrm>
          <a:prstGeom prst="rect">
            <a:avLst/>
          </a:prstGeom>
          <a:solidFill>
            <a:srgbClr val="0D2B4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615184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340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DB  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SQLite via JDBC gives full relational persistence without any server setup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7955280" cy="621792"/>
          </a:xfrm>
          <a:prstGeom prst="rect">
            <a:avLst/>
          </a:prstGeom>
          <a:solidFill>
            <a:srgbClr val="0D2B4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328416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472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Ready  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Modular architecture makes it straightforward to add GUI, web layer, or new modules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041648"/>
            <a:ext cx="7955280" cy="621792"/>
          </a:xfrm>
          <a:prstGeom prst="rect">
            <a:avLst/>
          </a:prstGeom>
          <a:solidFill>
            <a:srgbClr val="0D2B4E"/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041648"/>
            <a:ext cx="54864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05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 </a:t>
            </a:r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Covers requirements → design → implementation → testing → documentation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73168"/>
            <a:ext cx="7863840" cy="0"/>
          </a:xfrm>
          <a:prstGeom prst="line">
            <a:avLst/>
          </a:prstGeom>
          <a:noFill/>
          <a:ln w="8890">
            <a:solidFill>
              <a:srgbClr val="3B59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188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System  ·  Java OOP Project  ·  2024-25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</dc:title>
  <dc:subject>PptxGenJS Presentation</dc:subject>
  <dc:creator>Java OOP Project</dc:creator>
  <cp:lastModifiedBy>Java OOP Project</cp:lastModifiedBy>
  <cp:revision>1</cp:revision>
  <dcterms:created xsi:type="dcterms:W3CDTF">2026-03-28T17:24:50Z</dcterms:created>
  <dcterms:modified xsi:type="dcterms:W3CDTF">2026-03-28T17:24:50Z</dcterms:modified>
</cp:coreProperties>
</file>